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mxv10v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测试演示文稿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  <a:latin typeface="Microsoft YaHei"/>
              </a:defRPr>
            </a:pPr>
            <a:r>
              <a:t>AI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mxv10v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7xnokz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